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 Table 1.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5527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first</a:t>
                      </a:r>
                      <a:r>
                        <a:rPr/>
                        <a:t> letter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second</a:t>
                      </a:r>
                      <a:r>
                        <a:rPr/>
                        <a:t> letter, </a:t>
                      </a:r>
                      <a:r>
                        <a:rPr>
                          <a:latin typeface="Courier"/>
                        </a:rPr>
                        <a:t>code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Tables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