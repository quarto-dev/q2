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Crossref 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Figure</a:t>
            </a:r>
          </a:p>
        </p:txBody>
      </p:sp>
      <p:pic>
        <p:nvPicPr>
          <p:cNvPr descr="img/thinke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Elephant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Figure 1 for an illustration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Crossref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Table 1.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Theorem 1 (Line)</a:t>
                </a:r>
                <a:r>
                  <a:rPr/>
                  <a:t> The equation of any straight line, called a linear equation, can be written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See Theorem 1.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Crossref Test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Crossref Test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