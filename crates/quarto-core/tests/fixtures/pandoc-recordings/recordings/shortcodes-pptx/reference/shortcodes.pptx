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Shortcodes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Expanded before pandoc runs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title is Shortcodes.</a:t>
            </a:r>
          </a:p>
          <a:p>
            <a:pPr lvl="0" indent="0" marL="0">
              <a:buNone/>
            </a:pPr>
            <a:r>
              <a:rPr/>
              <a:t>After the break: Expanded before pandoc runs.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Shortcodes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Shortcodes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  <property fmtid="{D5CDD505-2E9C-101B-9397-08002B2CF9AE}" pid="13" name="subtitle">
    <vt:lpwstr>Expanded before pandoc runs</vt:lpwstr>
  </property>
</Properties>
</file>