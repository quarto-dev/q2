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6" Type="http://schemas.openxmlformats.org/officeDocument/2006/relationships/viewProps" Target="viewProps.xml" /><Relationship Id="rId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8" Type="http://schemas.openxmlformats.org/officeDocument/2006/relationships/tableStyles" Target="tableStyles.xml" /><Relationship Id="rId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Images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g/squar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124200" y="1193800"/>
            <a:ext cx="2882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Figure 1: A red square, captioned.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Inline image small in a sentence, and Figure 1.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Images</dc:title>
  <dc:creator/>
  <cp:keywords/>
  <dcterms:created xsi:type="dcterms:W3CDTF">2023-11-14T22:13:20Z</dcterms:created>
  <dcterms:modified xsi:type="dcterms:W3CDTF">2023-11-14T22:13:20Z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format">
    <vt:lpwstr>pptx</vt:lpwstr>
  </property>
  <property fmtid="{D5CDD505-2E9C-101B-9397-08002B2CF9AE}" pid="4" name="header-includes">
    <vt:lpwstr/>
  </property>
  <property fmtid="{D5CDD505-2E9C-101B-9397-08002B2CF9AE}" pid="5" name="include-after">
    <vt:lpwstr/>
  </property>
  <property fmtid="{D5CDD505-2E9C-101B-9397-08002B2CF9AE}" pid="6" name="include-before">
    <vt:lpwstr/>
  </property>
  <property fmtid="{D5CDD505-2E9C-101B-9397-08002B2CF9AE}" pid="7" name="labels">
    <vt:lpwstr/>
  </property>
  <property fmtid="{D5CDD505-2E9C-101B-9397-08002B2CF9AE}" pid="8" name="listing-item">
    <vt:lpwstr/>
  </property>
  <property fmtid="{D5CDD505-2E9C-101B-9397-08002B2CF9AE}" pid="9" name="pagetitle">
    <vt:lpwstr>Images</vt:lpwstr>
  </property>
  <property fmtid="{D5CDD505-2E9C-101B-9397-08002B2CF9AE}" pid="10" name="quarto">
    <vt:lpwstr/>
  </property>
  <property fmtid="{D5CDD505-2E9C-101B-9397-08002B2CF9AE}" pid="11" name="quarto-template-params">
    <vt:lpwstr/>
  </property>
  <property fmtid="{D5CDD505-2E9C-101B-9397-08002B2CF9AE}" pid="12" name="rendered">
    <vt:lpwstr/>
  </property>
</Properties>
</file>