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notesMaster" Target="notesMasters/notesMaster1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 for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 for the second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example.com/page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Basic import deck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 Lovelace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2026-09-30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 point with </a:t>
            </a:r>
            <a:r>
              <a:rPr i="1"/>
              <a:t>emphasis</a:t>
            </a:r>
          </a:p>
          <a:p>
            <a:pPr lvl="0"/>
            <a:r>
              <a:rPr/>
              <a:t>another with a </a:t>
            </a:r>
            <a:r>
              <a:rPr>
                <a:hlinkClick r:id="rId3"/>
              </a:rPr>
              <a:t>link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paragraph on the second slide.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import deck</dc:title>
  <dc:creator>Ada Lovelace</dc:creator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2026-09-30</vt:lpwstr>
  </property>
</Properties>
</file>